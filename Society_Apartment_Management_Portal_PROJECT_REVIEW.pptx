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54" autoAdjust="0"/>
  </p:normalViewPr>
  <p:slideViewPr>
    <p:cSldViewPr snapToGrid="0" snapToObjects="1">
      <p:cViewPr varScale="1">
        <p:scale>
          <a:sx n="98" d="100"/>
          <a:sy n="98" d="100"/>
        </p:scale>
        <p:origin x="200" y="360"/>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8/17/26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17/08/26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17/08/26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17/08/26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17/08/26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17/08/26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17/08/26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17/08/26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17/08/26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17/08/26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17/08/26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17/08/26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17/08/26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17/08/26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17/08/26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17/08/26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17/08/26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17/08/26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17/08/26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defRPr sz="2400" b="1"/>
            </a:pPr>
            <a:r>
              <a:t>1st REVIEW</a:t>
            </a:r>
            <a:endParaRPr lang="en-US" sz="2400" b="1" dirty="0">
              <a:solidFill>
                <a:srgbClr val="011893"/>
              </a:solidFill>
              <a:latin typeface="+mn-lt"/>
              <a:cs typeface="Arial" panose="020B0604020202020204" pitchFamily="34" charset="0"/>
            </a:endParaRPr>
          </a:p>
          <a:p>
            <a:pPr algn="ctr">
              <a:defRPr sz="3000" b="1"/>
            </a:pPr>
            <a:r>
              <a:t>Society / Apartment Management Portal</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t>1st REVIEW</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154576473"/>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V.GAUTHAM</a:t>
                      </a:r>
                      <a:endParaRPr dirty="0"/>
                    </a:p>
                  </a:txBody>
                  <a:tcPr/>
                </a:tc>
                <a:tc>
                  <a:txBody>
                    <a:bodyPr/>
                    <a:lstStyle/>
                    <a:p>
                      <a:r>
                        <a:rPr lang="en-US" dirty="0"/>
                        <a:t>2520030316</a:t>
                      </a:r>
                      <a:endParaRPr dirty="0"/>
                    </a:p>
                  </a:txBody>
                  <a:tcPr/>
                </a:tc>
                <a:extLst>
                  <a:ext uri="{0D108BD9-81ED-4DB2-BD59-A6C34878D82A}">
                    <a16:rowId xmlns:a16="http://schemas.microsoft.com/office/drawing/2014/main" val="253518174"/>
                  </a:ext>
                </a:extLst>
              </a:tr>
              <a:tr h="370840">
                <a:tc>
                  <a:txBody>
                    <a:bodyPr/>
                    <a:lstStyle/>
                    <a:p>
                      <a:r>
                        <a:rPr lang="en-US" dirty="0"/>
                        <a:t>G.ROHITH</a:t>
                      </a:r>
                      <a:endParaRPr dirty="0"/>
                    </a:p>
                  </a:txBody>
                  <a:tcPr/>
                </a:tc>
                <a:tc>
                  <a:txBody>
                    <a:bodyPr/>
                    <a:lstStyle/>
                    <a:p>
                      <a:r>
                        <a:rPr lang="en-US" dirty="0"/>
                        <a:t>2520030220</a:t>
                      </a:r>
                      <a:endParaRPr dirty="0"/>
                    </a:p>
                  </a:txBody>
                  <a:tcPr/>
                </a:tc>
                <a:extLst>
                  <a:ext uri="{0D108BD9-81ED-4DB2-BD59-A6C34878D82A}">
                    <a16:rowId xmlns:a16="http://schemas.microsoft.com/office/drawing/2014/main" val="2413438055"/>
                  </a:ext>
                </a:extLst>
              </a:tr>
              <a:tr h="370840">
                <a:tc>
                  <a:txBody>
                    <a:bodyPr/>
                    <a:lstStyle/>
                    <a:p>
                      <a:r>
                        <a:rPr lang="en-US" dirty="0"/>
                        <a:t>S.SARVESWARA REDDY</a:t>
                      </a:r>
                      <a:endParaRPr dirty="0"/>
                    </a:p>
                  </a:txBody>
                  <a:tcPr/>
                </a:tc>
                <a:tc>
                  <a:txBody>
                    <a:bodyPr/>
                    <a:lstStyle/>
                    <a:p>
                      <a:r>
                        <a:rPr lang="en-US" dirty="0"/>
                        <a:t>2520030049</a:t>
                      </a:r>
                      <a:endParaRPr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t>GROUP NUMBER: 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371298989"/>
              </p:ext>
            </p:extLst>
          </p:nvPr>
        </p:nvGraphicFramePr>
        <p:xfrm>
          <a:off x="838199" y="2030147"/>
          <a:ext cx="10515600" cy="3984604"/>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r>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V.GAUTHAM</a:t>
                      </a:r>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MySQL database, Maintenance Billing, Payment Tracking, Complaints, Admin Dashboard</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G.ROHITH</a:t>
                      </a:r>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tx1">
                              <a:lumMod val="95000"/>
                              <a:lumOff val="5000"/>
                            </a:schemeClr>
                          </a:solidFill>
                        </a:rPr>
                        <a:t>FRONTEND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React.js</a:t>
                      </a:r>
                      <a:r>
                        <a:rPr lang="en-IN" dirty="0"/>
                        <a:t> UI, Login/Register, Resident Profiles, Notices, Amenity Booking</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r>
                        <a:rPr lang="en-US" dirty="0"/>
                        <a:t>S.SARVESHWARA REDDY </a:t>
                      </a:r>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BACKEND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Node.js/</a:t>
                      </a:r>
                      <a:r>
                        <a:rPr lang="en-IN" dirty="0" err="1"/>
                        <a:t>Express.js</a:t>
                      </a:r>
                      <a:r>
                        <a:rPr lang="en-IN" dirty="0"/>
                        <a:t> backend, APIs, Visitor Management, Gate Passes, Security/Staff Records</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sz="3000" b="1"/>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616130" y="1475399"/>
            <a:ext cx="11153503" cy="4351338"/>
          </a:xfrm>
        </p:spPr>
        <p:txBody>
          <a:bodyPr wrap="square" lIns="50800" tIns="50800" rIns="50800" bIns="50800">
            <a:noAutofit/>
          </a:bodyPr>
          <a:lstStyle/>
          <a:p>
            <a:pPr algn="just">
              <a:spcAft>
                <a:spcPts val="1000"/>
              </a:spcAft>
              <a:defRPr sz="2100"/>
            </a:pPr>
            <a:r>
              <a:rPr lang="en-IN" sz="2000" dirty="0"/>
              <a:t>The </a:t>
            </a:r>
            <a:r>
              <a:rPr lang="en-IN" sz="2000" b="1" dirty="0"/>
              <a:t>Society/Apartment Management Portal</a:t>
            </a:r>
            <a:r>
              <a:rPr lang="en-IN" sz="2000" dirty="0"/>
              <a:t> is a web-based application designed to simplify and digitize the day-to-day management activities of residential apartments and housing societies. In many apartments, activities such as maintenance fee collection, complaint handling, visitor entry, amenity booking, and communication with residents are managed manually or through separate systems. This can result in inefficient record management, delayed communication, and difficulty in tracking payments and requests.</a:t>
            </a:r>
            <a:br>
              <a:rPr lang="en-IN" sz="2000" dirty="0"/>
            </a:br>
            <a:br>
              <a:rPr lang="en-IN" sz="2000" dirty="0"/>
            </a:br>
            <a:r>
              <a:rPr lang="en-IN" sz="2000" dirty="0"/>
              <a:t>The proposed system provides a centralized platform where apartment administrators and residents can efficiently manage these activities. The portal maintains resident and flat information and allows administrators to generate and track maintenance bills. Residents can view their maintenance dues and make online payments through the integrated payment facility. The system also supports visitor gate-pass management for maintaining visitor records and improving entry management.</a:t>
            </a:r>
            <a:br>
              <a:rPr lang="en-IN" sz="2000" dirty="0"/>
            </a:br>
            <a:br>
              <a:rPr lang="en-IN" sz="2000" dirty="0"/>
            </a:br>
            <a:r>
              <a:rPr lang="en-IN" sz="2000" dirty="0"/>
              <a:t>The system will use a structured database to maintain resident, payment, complaint, visitor, and booking information. Overall, the project aims to provide an organized, convenient, and centralized solution for managing residential society operations.</a:t>
            </a:r>
            <a:endParaRPr lang="en-US" sz="2000"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sz="3000" b="1"/>
              <a:t>INTRODUCTION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wrap="square" lIns="50800" tIns="50800" rIns="50800" bIns="50800"/>
          <a:lstStyle/>
          <a:p>
            <a:pPr>
              <a:lnSpc>
                <a:spcPct val="105000"/>
              </a:lnSpc>
              <a:spcAft>
                <a:spcPts val="1000"/>
              </a:spcAft>
              <a:defRPr sz="2200"/>
            </a:pPr>
            <a:r>
              <a:t>Residential societies need a common platform to manage day-to-day operations as the number of residents grows.</a:t>
            </a:r>
            <a:endParaRPr lang="en-US" dirty="0"/>
          </a:p>
          <a:p>
            <a:pPr>
              <a:lnSpc>
                <a:spcPct val="105000"/>
              </a:lnSpc>
              <a:spcAft>
                <a:spcPts val="1000"/>
              </a:spcAft>
              <a:defRPr sz="2200"/>
            </a:pPr>
            <a:r>
              <a:t>The current process often depends on paper registers, spreadsheets, and WhatsApp groups, making information difficult to track and audit.</a:t>
            </a:r>
          </a:p>
          <a:p>
            <a:pPr>
              <a:lnSpc>
                <a:spcPct val="105000"/>
              </a:lnSpc>
              <a:spcAft>
                <a:spcPts val="1000"/>
              </a:spcAft>
              <a:defRPr sz="2200"/>
            </a:pPr>
            <a:r>
              <a:t>The proposed portal brings resident records, security logs, billing, complaints, notices, and amenity bookings into one system.</a:t>
            </a:r>
          </a:p>
          <a:p>
            <a:pPr>
              <a:lnSpc>
                <a:spcPct val="105000"/>
              </a:lnSpc>
              <a:spcAft>
                <a:spcPts val="1000"/>
              </a:spcAft>
              <a:defRPr sz="2200"/>
            </a:pPr>
            <a:r>
              <a:t>Role-based access allows residents/owners, security staff, and administrators to use the functions relevant to them.</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sz="3000" b="1"/>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wrap="square" lIns="50800" tIns="50800" rIns="50800" bIns="50800"/>
          <a:lstStyle/>
          <a:p>
            <a:pPr>
              <a:lnSpc>
                <a:spcPct val="105000"/>
              </a:lnSpc>
              <a:spcAft>
                <a:spcPts val="1000"/>
              </a:spcAft>
              <a:defRPr sz="2200"/>
            </a:pPr>
            <a:r>
              <a:t>Manual record keeping through paper registers and spreadsheets.</a:t>
            </a:r>
            <a:endParaRPr lang="en-US" dirty="0"/>
          </a:p>
          <a:p>
            <a:pPr>
              <a:lnSpc>
                <a:spcPct val="105000"/>
              </a:lnSpc>
              <a:spcAft>
                <a:spcPts val="1000"/>
              </a:spcAft>
              <a:defRPr sz="2200"/>
            </a:pPr>
            <a:r>
              <a:t>Visitor and delivery information recorded separately at the gate.</a:t>
            </a:r>
          </a:p>
          <a:p>
            <a:pPr>
              <a:lnSpc>
                <a:spcPct val="105000"/>
              </a:lnSpc>
              <a:spcAft>
                <a:spcPts val="1000"/>
              </a:spcAft>
              <a:defRPr sz="2200"/>
            </a:pPr>
            <a:r>
              <a:t>Maintenance dues, payment tracking, and reminders handled inconsistently.</a:t>
            </a:r>
          </a:p>
          <a:p>
            <a:pPr>
              <a:lnSpc>
                <a:spcPct val="105000"/>
              </a:lnSpc>
              <a:spcAft>
                <a:spcPts val="1000"/>
              </a:spcAft>
              <a:defRPr sz="2200"/>
            </a:pPr>
            <a:r>
              <a:t>Complaints and notices distributed through chat groups without centralized accountability.</a:t>
            </a:r>
          </a:p>
          <a:p>
            <a:pPr>
              <a:lnSpc>
                <a:spcPct val="105000"/>
              </a:lnSpc>
              <a:spcAft>
                <a:spcPts val="1000"/>
              </a:spcAft>
              <a:defRPr sz="2200"/>
            </a:pPr>
            <a:r>
              <a:t>As the society grows, records become difficult to search, verify, and maintain as a single source of truth.</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sz="3000" b="1"/>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wrap="square" lIns="50800" tIns="50800" rIns="50800" bIns="50800"/>
          <a:lstStyle/>
          <a:p>
            <a:pPr>
              <a:lnSpc>
                <a:spcPct val="105000"/>
              </a:lnSpc>
              <a:spcAft>
                <a:spcPts val="1000"/>
              </a:spcAft>
              <a:defRPr sz="2200"/>
            </a:pPr>
            <a:r>
              <a:t>Scattered records can lead to lost, duplicated, or outdated information.</a:t>
            </a:r>
            <a:endParaRPr lang="en-US" dirty="0"/>
          </a:p>
          <a:p>
            <a:pPr>
              <a:lnSpc>
                <a:spcPct val="105000"/>
              </a:lnSpc>
              <a:spcAft>
                <a:spcPts val="1000"/>
              </a:spcAft>
              <a:defRPr sz="2200"/>
            </a:pPr>
            <a:r>
              <a:t>Manual billing and payment tracking can cause delays and make follow-up difficult.</a:t>
            </a:r>
          </a:p>
          <a:p>
            <a:pPr>
              <a:lnSpc>
                <a:spcPct val="105000"/>
              </a:lnSpc>
              <a:spcAft>
                <a:spcPts val="1000"/>
              </a:spcAft>
              <a:defRPr sz="2200"/>
            </a:pPr>
            <a:r>
              <a:t>Visitor, delivery, and staff entry records are not centrally available.</a:t>
            </a:r>
          </a:p>
          <a:p>
            <a:pPr>
              <a:lnSpc>
                <a:spcPct val="105000"/>
              </a:lnSpc>
              <a:spcAft>
                <a:spcPts val="1000"/>
              </a:spcAft>
              <a:defRPr sz="2200"/>
            </a:pPr>
            <a:r>
              <a:t>Complaints can be missed because they are spread across different communication channels.</a:t>
            </a:r>
          </a:p>
          <a:p>
            <a:pPr>
              <a:lnSpc>
                <a:spcPct val="105000"/>
              </a:lnSpc>
              <a:spcAft>
                <a:spcPts val="1000"/>
              </a:spcAft>
              <a:defRPr sz="2200"/>
            </a:pPr>
            <a:r>
              <a:t>Residents and administrators lack one centralized view of society operations.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sz="3000" b="1"/>
              <a:t>SOLUTION (Contribution)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wrap="square" lIns="50800" tIns="50800" rIns="50800" bIns="50800"/>
          <a:lstStyle/>
          <a:p>
            <a:pPr>
              <a:lnSpc>
                <a:spcPct val="105000"/>
              </a:lnSpc>
              <a:spcAft>
                <a:spcPts val="1000"/>
              </a:spcAft>
              <a:defRPr sz="2100"/>
            </a:pPr>
            <a:r>
              <a:t>Develop a centralized web portal for residential society operations.</a:t>
            </a:r>
            <a:endParaRPr lang="en-US" dirty="0"/>
          </a:p>
          <a:p>
            <a:pPr>
              <a:lnSpc>
                <a:spcPct val="105000"/>
              </a:lnSpc>
              <a:spcAft>
                <a:spcPts val="1000"/>
              </a:spcAft>
              <a:defRPr sz="2100"/>
            </a:pPr>
            <a:r>
              <a:t>Provide role-based login and resident/owner profile management.</a:t>
            </a:r>
          </a:p>
          <a:p>
            <a:pPr>
              <a:lnSpc>
                <a:spcPct val="105000"/>
              </a:lnSpc>
              <a:spcAft>
                <a:spcPts val="1000"/>
              </a:spcAft>
              <a:defRPr sz="2100"/>
            </a:pPr>
            <a:r>
              <a:t>Maintain digital visitor logs and gate passes for security tracking.</a:t>
            </a:r>
          </a:p>
          <a:p>
            <a:pPr>
              <a:lnSpc>
                <a:spcPct val="105000"/>
              </a:lnSpc>
              <a:spcAft>
                <a:spcPts val="1000"/>
              </a:spcAft>
              <a:defRPr sz="2100"/>
            </a:pPr>
            <a:r>
              <a:t>Generate and track maintenance bills, collect payment details/proof, and support admin verification.</a:t>
            </a:r>
          </a:p>
          <a:p>
            <a:pPr>
              <a:lnSpc>
                <a:spcPct val="105000"/>
              </a:lnSpc>
              <a:spcAft>
                <a:spcPts val="1000"/>
              </a:spcAft>
              <a:defRPr sz="2100"/>
            </a:pPr>
            <a:r>
              <a:t>Provide complaint ticketing, notice board, and amenity booking in one platform.</a:t>
            </a:r>
          </a:p>
          <a:p>
            <a:pPr>
              <a:lnSpc>
                <a:spcPct val="105000"/>
              </a:lnSpc>
              <a:spcAft>
                <a:spcPts val="1000"/>
              </a:spcAft>
              <a:defRPr sz="2100"/>
            </a:pPr>
            <a:r>
              <a:t>Give administrators a dashboard for occupancy, dues, complaints, and security information.</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sz="3000" b="1"/>
              <a:t>OBJECTIVES</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wrap="square" lIns="50800" tIns="50800" rIns="50800" bIns="50800"/>
          <a:lstStyle/>
          <a:p>
            <a:pPr>
              <a:lnSpc>
                <a:spcPct val="105000"/>
              </a:lnSpc>
              <a:spcAft>
                <a:spcPts val="1000"/>
              </a:spcAft>
              <a:defRPr sz="2000"/>
            </a:pPr>
            <a:r>
              <a:t>Centralize resident and apartment information in a structured database.</a:t>
            </a:r>
            <a:endParaRPr lang="en-US" dirty="0"/>
          </a:p>
          <a:p>
            <a:pPr>
              <a:lnSpc>
                <a:spcPct val="105000"/>
              </a:lnSpc>
              <a:spcAft>
                <a:spcPts val="1000"/>
              </a:spcAft>
              <a:defRPr sz="2000"/>
            </a:pPr>
            <a:r>
              <a:t>Digitize visitor, delivery, staff, and gate-pass records.</a:t>
            </a:r>
          </a:p>
          <a:p>
            <a:pPr>
              <a:lnSpc>
                <a:spcPct val="105000"/>
              </a:lnSpc>
              <a:spcAft>
                <a:spcPts val="1000"/>
              </a:spcAft>
              <a:defRPr sz="2000"/>
            </a:pPr>
            <a:r>
              <a:t>Improve maintenance billing and payment-status tracking.</a:t>
            </a:r>
          </a:p>
          <a:p>
            <a:pPr>
              <a:lnSpc>
                <a:spcPct val="105000"/>
              </a:lnSpc>
              <a:spcAft>
                <a:spcPts val="1000"/>
              </a:spcAft>
              <a:defRPr sz="2000"/>
            </a:pPr>
            <a:r>
              <a:t>Provide transparent complaint registration and status tracking.</a:t>
            </a:r>
          </a:p>
          <a:p>
            <a:pPr>
              <a:lnSpc>
                <a:spcPct val="105000"/>
              </a:lnSpc>
              <a:spcAft>
                <a:spcPts val="1000"/>
              </a:spcAft>
              <a:defRPr sz="2000"/>
            </a:pPr>
            <a:r>
              <a:t>Enable convenient booking of shared amenities.</a:t>
            </a:r>
          </a:p>
          <a:p>
            <a:pPr>
              <a:lnSpc>
                <a:spcPct val="105000"/>
              </a:lnSpc>
              <a:spcAft>
                <a:spcPts val="1000"/>
              </a:spcAft>
              <a:defRPr sz="2000"/>
            </a:pPr>
            <a:r>
              <a:t>Improve communication through centralized notices and administrative updates.</a:t>
            </a:r>
          </a:p>
          <a:p>
            <a:pPr>
              <a:lnSpc>
                <a:spcPct val="105000"/>
              </a:lnSpc>
              <a:spcAft>
                <a:spcPts val="1000"/>
              </a:spcAft>
              <a:defRPr sz="2000"/>
            </a:pPr>
            <a:r>
              <a:t>Provide administrators with a consolidated operational dashboard.</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sz="3000" b="1"/>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wrap="square" lIns="50800" tIns="50800" rIns="50800" bIns="50800"/>
          <a:lstStyle/>
          <a:p>
            <a:pPr>
              <a:lnSpc>
                <a:spcPct val="105000"/>
              </a:lnSpc>
              <a:spcAft>
                <a:spcPts val="1000"/>
              </a:spcAft>
              <a:defRPr sz="2000"/>
            </a:pPr>
            <a:r>
              <a:t>Resident Management – profiles, family members, ownership/tenancy records, and role-based login.</a:t>
            </a:r>
            <a:endParaRPr lang="en-US" dirty="0"/>
          </a:p>
          <a:p>
            <a:pPr>
              <a:lnSpc>
                <a:spcPct val="105000"/>
              </a:lnSpc>
              <a:spcAft>
                <a:spcPts val="1000"/>
              </a:spcAft>
              <a:defRPr sz="2000"/>
            </a:pPr>
            <a:r>
              <a:t>Visitor &amp; Security – digital gate passes, visitor logs, and staff/delivery entry tracking.</a:t>
            </a:r>
          </a:p>
          <a:p>
            <a:pPr>
              <a:lnSpc>
                <a:spcPct val="105000"/>
              </a:lnSpc>
              <a:spcAft>
                <a:spcPts val="1000"/>
              </a:spcAft>
              <a:defRPr sz="2000"/>
            </a:pPr>
            <a:r>
              <a:t>Maintenance &amp; Billing – dues generation, payment tracking, and due-date reminders.</a:t>
            </a:r>
          </a:p>
          <a:p>
            <a:pPr>
              <a:lnSpc>
                <a:spcPct val="105000"/>
              </a:lnSpc>
              <a:spcAft>
                <a:spcPts val="1000"/>
              </a:spcAft>
              <a:defRPr sz="2000"/>
            </a:pPr>
            <a:r>
              <a:t>Complaints &amp; Notices – ticketed complaint tracking and a shared society notice board.</a:t>
            </a:r>
          </a:p>
          <a:p>
            <a:pPr>
              <a:lnSpc>
                <a:spcPct val="105000"/>
              </a:lnSpc>
              <a:spcAft>
                <a:spcPts val="1000"/>
              </a:spcAft>
              <a:defRPr sz="2000"/>
            </a:pPr>
            <a:r>
              <a:t>Amenity Booking – slot-based booking for clubhouse, parking, and community halls.</a:t>
            </a:r>
          </a:p>
          <a:p>
            <a:pPr>
              <a:lnSpc>
                <a:spcPct val="105000"/>
              </a:lnSpc>
              <a:spcAft>
                <a:spcPts val="1000"/>
              </a:spcAft>
              <a:defRPr sz="2000"/>
            </a:pPr>
            <a:r>
              <a:t>Admin Dashboard – analytics on occupancy, dues, complaints, and security logs.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sz="3000" b="1" dirty="0"/>
              <a:t>SOFTWARE REQUIREMENTS</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wrap="square" lIns="50800" tIns="50800" rIns="50800" bIns="50800"/>
          <a:lstStyle/>
          <a:p>
            <a:pPr>
              <a:lnSpc>
                <a:spcPct val="105000"/>
              </a:lnSpc>
              <a:spcAft>
                <a:spcPts val="1000"/>
              </a:spcAft>
              <a:defRPr sz="2200"/>
            </a:pPr>
            <a:r>
              <a:rPr dirty="0"/>
              <a:t>Frontend: </a:t>
            </a:r>
            <a:r>
              <a:rPr dirty="0" err="1"/>
              <a:t>React.js</a:t>
            </a:r>
            <a:endParaRPr lang="en-US" dirty="0"/>
          </a:p>
          <a:p>
            <a:pPr>
              <a:lnSpc>
                <a:spcPct val="105000"/>
              </a:lnSpc>
              <a:spcAft>
                <a:spcPts val="1000"/>
              </a:spcAft>
              <a:defRPr sz="2200"/>
            </a:pPr>
            <a:r>
              <a:rPr dirty="0"/>
              <a:t>Backend: Node.js and </a:t>
            </a:r>
            <a:r>
              <a:rPr dirty="0" err="1"/>
              <a:t>Express.js</a:t>
            </a:r>
            <a:endParaRPr dirty="0"/>
          </a:p>
          <a:p>
            <a:pPr>
              <a:lnSpc>
                <a:spcPct val="105000"/>
              </a:lnSpc>
              <a:spcAft>
                <a:spcPts val="1000"/>
              </a:spcAft>
              <a:defRPr sz="2200"/>
            </a:pPr>
            <a:r>
              <a:rPr dirty="0"/>
              <a:t>Database: MySQL</a:t>
            </a:r>
          </a:p>
          <a:p>
            <a:pPr>
              <a:lnSpc>
                <a:spcPct val="105000"/>
              </a:lnSpc>
              <a:spcAft>
                <a:spcPts val="1000"/>
              </a:spcAft>
              <a:defRPr sz="2200"/>
            </a:pPr>
            <a:r>
              <a:rPr dirty="0"/>
              <a:t>Payment integration/support: </a:t>
            </a:r>
            <a:r>
              <a:rPr dirty="0" err="1"/>
              <a:t>Razorpay</a:t>
            </a:r>
            <a:endParaRPr dirty="0"/>
          </a:p>
          <a:p>
            <a:pPr>
              <a:lnSpc>
                <a:spcPct val="105000"/>
              </a:lnSpc>
              <a:spcAft>
                <a:spcPts val="1000"/>
              </a:spcAft>
              <a:defRPr sz="2200"/>
            </a:pPr>
            <a:r>
              <a:rPr dirty="0"/>
              <a:t>Notifications: Firebase Cloud Messaging (FCM)</a:t>
            </a:r>
          </a:p>
          <a:p>
            <a:pPr>
              <a:lnSpc>
                <a:spcPct val="105000"/>
              </a:lnSpc>
              <a:spcAft>
                <a:spcPts val="1000"/>
              </a:spcAft>
              <a:defRPr sz="2200"/>
            </a:pPr>
            <a:r>
              <a:rPr dirty="0"/>
              <a:t>Development: Modern web browser, code editor, Node.js runtime, and MySQL server</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7435462" cy="805366"/>
          </a:xfrm>
        </p:spPr>
        <p:txBody>
          <a:bodyPr anchor="ctr">
            <a:noAutofit/>
          </a:bodyPr>
          <a:lstStyle/>
          <a:p>
            <a:r>
              <a:rPr lang="en-US" sz="3600" b="1" dirty="0">
                <a:solidFill>
                  <a:schemeClr val="tx1">
                    <a:lumMod val="95000"/>
                    <a:lumOff val="5000"/>
                  </a:schemeClr>
                </a:solidFill>
              </a:rPr>
              <a:t>CONCLUSION AND FUTURE SCOPE</a:t>
            </a:r>
            <a:endParaRPr lang="en-US" sz="4000" b="1" dirty="0">
              <a:solidFill>
                <a:schemeClr val="tx1">
                  <a:lumMod val="95000"/>
                  <a:lumOff val="5000"/>
                </a:schemeClr>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14" name="TextBox 13"/>
          <p:cNvSpPr txBox="1"/>
          <p:nvPr/>
        </p:nvSpPr>
        <p:spPr>
          <a:xfrm>
            <a:off x="914400" y="1554480"/>
            <a:ext cx="9875520" cy="3931920"/>
          </a:xfrm>
          <a:prstGeom prst="rect">
            <a:avLst/>
          </a:prstGeom>
          <a:noFill/>
        </p:spPr>
        <p:txBody>
          <a:bodyPr wrap="square">
            <a:spAutoFit/>
          </a:bodyPr>
          <a:lstStyle/>
          <a:p>
            <a:pPr>
              <a:spcAft>
                <a:spcPts val="1000"/>
              </a:spcAft>
              <a:defRPr sz="2400" b="1"/>
            </a:pPr>
            <a:r>
              <a:rPr dirty="0"/>
              <a:t>Conclusion</a:t>
            </a:r>
          </a:p>
          <a:p>
            <a:pPr>
              <a:spcAft>
                <a:spcPts val="1000"/>
              </a:spcAft>
              <a:defRPr sz="2200" b="0"/>
            </a:pPr>
            <a:r>
              <a:rPr dirty="0"/>
              <a:t>The portal provides a centralized approach to resident management, security, maintenance billing, complaints, notices, and amenity booking.</a:t>
            </a:r>
          </a:p>
          <a:p>
            <a:pPr>
              <a:spcAft>
                <a:spcPts val="1000"/>
              </a:spcAft>
              <a:defRPr sz="2200" b="0"/>
            </a:pPr>
            <a:r>
              <a:rPr dirty="0"/>
              <a:t>It reduces dependence on manual registers and scattered communication channels while improving visibility for residents and administrators.</a:t>
            </a:r>
          </a:p>
          <a:p>
            <a:pPr>
              <a:spcAft>
                <a:spcPts val="1000"/>
              </a:spcAft>
              <a:defRPr sz="2400" b="1"/>
            </a:pPr>
            <a:r>
              <a:rPr dirty="0"/>
              <a:t>Future Scope</a:t>
            </a:r>
          </a:p>
          <a:p>
            <a:pPr>
              <a:spcAft>
                <a:spcPts val="1000"/>
              </a:spcAft>
              <a:defRPr sz="2200" b="0"/>
            </a:pPr>
            <a:r>
              <a:rPr dirty="0"/>
              <a:t>The system can be extended with mobile applications, automated notifications, richer analytics, QR-based gate passes, and additional society services.</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8249</TotalTime>
  <Words>907</Words>
  <Application>Microsoft Macintosh PowerPoint</Application>
  <PresentationFormat>Widescreen</PresentationFormat>
  <Paragraphs>119</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1st REVIEW Society / Apartment Management Portal</vt:lpstr>
      <vt:lpstr>GROUP NUMBER: 1</vt:lpstr>
      <vt:lpstr>ABSTRACT</vt:lpstr>
      <vt:lpstr>INTRODUCTION</vt:lpstr>
      <vt:lpstr>EXISTING SYSTEM</vt:lpstr>
      <vt:lpstr>PROBLEM</vt:lpstr>
      <vt:lpstr>SOLUTION (Contribution)</vt:lpstr>
      <vt:lpstr>OBJECTIVES</vt:lpstr>
      <vt:lpstr>MODULES</vt:lpstr>
      <vt:lpstr>SOFTWARE REQUIREMENTS</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DUDDUKURI BALA CHARAN</cp:lastModifiedBy>
  <cp:revision>95</cp:revision>
  <dcterms:created xsi:type="dcterms:W3CDTF">2022-05-20T10:20:31Z</dcterms:created>
  <dcterms:modified xsi:type="dcterms:W3CDTF">2026-08-17T13:18:43Z</dcterms:modified>
</cp:coreProperties>
</file>